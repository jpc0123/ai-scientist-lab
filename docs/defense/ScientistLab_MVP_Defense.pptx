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开场先定调。不要把系统讲成「又一个会训检测器的 Agent」，也不要讲成「已经接了 GPT 的完整 AI Scientist」。两句拆开：现在能自主跑实验闭环；科研认知仍由人+GPT 在系统外提供。下一代才把 Planner/Reviewer 经 LLM API 搬进系统。全程不要追求 APS 涨点叙事。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左边四条是产品承诺，右边四条是现场禁语。若评委问「你们是不是做了一个更强的 RGB-T 检测器」，直接回答：不是。检测任务只是闭环的执行域。KEEP 也不等于模块有效。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这页是整场答辩的脊柱。后面所有页都服务这两句：能迭代、能限制声称。676 passed 只在被问到验证口径时口头提一句，不要展开测试清单。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画两条闭环时用手指出：上面一条证明系统会干活并学习下一轮；下面一条证明系统不会乱说话。ClaimGate 与 Reviewer 并存：Reviewer 决定 KEEP/DISCARD，ClaimGate 决定声称强度。二者不是同一个开关。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不要把这一页讲成里程碑流水账。四块各举一个现场可指的事实：REAL 必须 --execute；probe 的 APS=0 不是 SOTA 也不是 C1；N+1 必须 cite memory；Manager 单臂 ClaimGate BLOCKED 是正确行为。被问到测试时，指向 test_claim_gate_m4.py 与 test_manager_multround_m4.py。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现场把「KEEP 了所以融合有效」当成最危险的误读。指出 claim_gate_c1.json 里 keep_is_not_claim=true，reason 写明 KEEP/DISCARD 未决定声称。再打开 candidate_resume/claim_gate.json 的 BLOCKED，强调这不是 bug。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读表时先说「同一 fingerprint」，再说两个 APS，最后说配对 SUPPORTED。不要停在「涨了一倍」这种话。立刻补限制：staging、不是 FDPN、单臂 BLOCKED 是正确的。产物在 .run/formal_c1_aps_early_concat/，gitignore，本机才有。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这页用来挡追问。若评委说「那你们的贡献是涨点」，拉回左边第三条和第四条：贡献是可控自主实验与声称守门。C2 需要 ablation，本 MVP 没有，所以不能说模块有效。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Demo 建议 8–10 分钟：身份核对 1 分钟，dry-run 2 分钟，打开 metrics/handle/claim_gate 4 分钟，对照单臂 BLOCKED 2 分钟。若 .run 目录不在这台机器上，不要临时造数字，改为只演示 dry-run + git 内协议/schema。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被问「为什么现在没有 GPT 在环内」时：这是有意的阶段划分，不是能力没写完就假装写完。架构原则是确定性问题交给系统，模糊科研判断才交给 LLM。ClaimGate、Fingerprint、Gate 必须先硬，再接 LLM。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如果屏幕上出现 v2.5 目录或 Web UI，主动说明：那是封版后的工作树，不是今天答辩的交付物。今天只认 freeze tag 指向的 M1–M4 + ClaimGate + Formal C1。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收束不要加新数字。若还有时间，回到 Demo 文档和证据链一页纸。问「下一步」时只说：从 freeze 之后接 LLM Planner/Reviewer，不推翻 Gate 与 ClaimGate。不要现场承诺 v2.5 时间表。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A8C4D0"/>
                </a:solidFill>
                <a:latin typeface="Microsoft YaHei"/>
                <a:ea typeface="Microsoft YaHei"/>
                <a:cs typeface="Microsoft YaHei"/>
              </a:rPr>
              <a:t>Scientist Lab  ·  MVP 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7899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这是一套规则/状态驱动的
可控自主实验系统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7899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7E4EA"/>
                </a:solidFill>
                <a:latin typeface="Microsoft YaHei"/>
                <a:ea typeface="Microsoft YaHei"/>
                <a:cs typeface="Microsoft YaHei"/>
              </a:rPr>
              <a:t>当前交付不是完整 LLM AI Scientist，也不是更好的检测器。
评委要看到的是：系统能自主迭代，并且能限制自己根据证据说到什么程度。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3063240" cy="347472"/>
          </a:xfrm>
          <a:prstGeom prst="roundRect">
            <a:avLst>
              <a:gd name="adj" fmla="val 50000"/>
            </a:avLst>
          </a:prstGeom>
          <a:solidFill>
            <a:srgbClr val="0F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A8C4D0"/>
                </a:solidFill>
                <a:latin typeface="Microsoft YaHei"/>
                <a:ea typeface="Microsoft YaHei"/>
                <a:cs typeface="Microsoft YaHei"/>
              </a:rPr>
              <a:t>不是 APS 涨点叙事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416052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0F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A8C4D0"/>
                </a:solidFill>
                <a:latin typeface="Microsoft YaHei"/>
                <a:ea typeface="Microsoft YaHei"/>
                <a:cs typeface="Microsoft YaHei"/>
              </a:rPr>
              <a:t>不是 SOTA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160520"/>
            <a:ext cx="3383280" cy="347472"/>
          </a:xfrm>
          <a:prstGeom prst="roundRect">
            <a:avLst>
              <a:gd name="adj" fmla="val 50000"/>
            </a:avLst>
          </a:prstGeom>
          <a:solidFill>
            <a:srgbClr val="0F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A8C4D0"/>
                </a:solidFill>
                <a:latin typeface="Microsoft YaHei"/>
                <a:ea typeface="Microsoft YaHei"/>
                <a:cs typeface="Microsoft YaHei"/>
              </a:rPr>
              <a:t>early_concat ≠ FDPN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7899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B0BC"/>
                </a:solidFill>
                <a:latin typeface="Microsoft YaHei"/>
                <a:ea typeface="Microsoft YaHei"/>
                <a:cs typeface="Microsoft YaHei"/>
              </a:rPr>
              <a:t>Freeze tag  mvp-freeze-m1-m4-claimgate-c1
SHA  130b02cfbb5521829e959d10b99d17fd5fff28ab    ·    2026-08-17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5A6E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当前 MVP 管过程与声称，不假装自己是完整 AI Scientist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15875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5074920"/>
          </a:xfrm>
          <a:prstGeom prst="roundRect">
            <a:avLst>
              <a:gd name="adj" fmla="val 6000"/>
            </a:avLst>
          </a:prstGeom>
          <a:solidFill>
            <a:srgbClr val="E7F0EA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5074920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E6B4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8B3A3A"/>
                </a:solidFill>
                <a:latin typeface="Microsoft YaHei"/>
                <a:ea typeface="Microsoft YaHei"/>
                <a:cs typeface="Microsoft YaHei"/>
              </a:rPr>
              <a:t>不是什么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人设目标、边界、预算；系统按状态机跑完一轮并写出下一轮计划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行为闭环：Gate → Run → Evidence → Rubric → Memory → Next Plan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声称闭环：ClaimGate 限制证据最多支持说到哪一步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研发阶段科研认知由「人 + GPT」协作提供；系统负责执行与守门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完整 LLM AI Scientist（Planner / Reviewer 尚未经 LLM API 进系统）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更好的检测器，或论文级 SOTA 结果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FDPN / C2；early_concat 只是已有 staging 混合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640×640 / 20 epoch 论文协议（本 C1 是 160×160 / 2 epoch staging）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656832"/>
            <a:ext cx="9692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Scientist Lab MVP 答辩  ·  不升级声称  ·  非 SOTA  ·  整理自 MVP_RELEASE_NOTES / 设计架构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5A6E"/>
                </a:solidFill>
                <a:latin typeface="Microsoft YaHei"/>
                <a:ea typeface="Microsoft YaHei"/>
                <a:cs typeface="Microsoft YaHei"/>
              </a:rPr>
              <a:t>答辩核心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评委要看到的不是涨点，而是「能迭代」且「能闭嘴」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15875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486400" cy="3063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486400" cy="3063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5A6E"/>
                </a:solidFill>
                <a:latin typeface="Microsoft YaHei"/>
                <a:ea typeface="Microsoft YaHei"/>
                <a:cs typeface="Microsoft YaHei"/>
              </a:rPr>
              <a:t>1  系统能自主迭代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02920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在固定协议与预算内，Manager 按状态机调度：计划获批、真实执行、读数、判断、写入记忆、提出下一轮。负结果可被引用并改向，不是 error。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5A6E"/>
                </a:solidFill>
                <a:latin typeface="Microsoft YaHei"/>
                <a:ea typeface="Microsoft YaHei"/>
                <a:cs typeface="Microsoft YaHei"/>
              </a:rPr>
              <a:t>2  系统能限制自己说到哪一步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502920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ClaimGate 是确定性规则服务，不是 Agent。KEEP 不能升格为 SUPPORTED。probe、mAP、单臂对照都会被挡住。证据不够时，系统必须闭嘴。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11247120" cy="1783080"/>
          </a:xfrm>
          <a:prstGeom prst="roundRect">
            <a:avLst>
              <a:gd name="adj" fmla="val 6000"/>
            </a:avLst>
          </a:prstGeom>
          <a:solidFill>
            <a:srgbClr val="F7F1E4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709160"/>
            <a:ext cx="10789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6C34"/>
                </a:solidFill>
                <a:latin typeface="Microsoft YaHei"/>
                <a:ea typeface="Microsoft YaHei"/>
                <a:cs typeface="Microsoft YaHei"/>
              </a:rPr>
              <a:t>本场不要讲成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074920"/>
            <a:ext cx="107899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APS 从 0.0163 涨到 0.0326 所以产品成功；SOTA；把 676 tests 堆成正文。测试是核对手段，故事是两条闭环与声称纪律。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656832"/>
            <a:ext cx="9692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Scientist Lab MVP 答辩  ·  不升级声称  ·  非 SOTA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5A6E"/>
                </a:solidFill>
                <a:latin typeface="Microsoft YaHei"/>
                <a:ea typeface="Microsoft YaHei"/>
                <a:cs typeface="Microsoft YaHei"/>
              </a:rPr>
              <a:t>架构 → 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冻结的是两条闭环，不是一条训练流水线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15875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自主科研行为闭环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1F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48256" y="1901952"/>
            <a:ext cx="219456" cy="146304"/>
          </a:xfrm>
          <a:prstGeom prst="rightArrow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04288" y="169164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1F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95344" y="1901952"/>
            <a:ext cx="219456" cy="146304"/>
          </a:xfrm>
          <a:prstGeom prst="rightArrow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51376" y="169164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1F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42432" y="1901952"/>
            <a:ext cx="219456" cy="146304"/>
          </a:xfrm>
          <a:prstGeom prst="rightArrow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98464" y="169164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1F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Rubric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589520" y="1901952"/>
            <a:ext cx="219456" cy="146304"/>
          </a:xfrm>
          <a:prstGeom prst="rightArrow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45552" y="169164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1F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436608" y="1901952"/>
            <a:ext cx="219456" cy="146304"/>
          </a:xfrm>
          <a:prstGeom prst="rightArrow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92640" y="169164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1F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Next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37744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源码：core/manager.py  +  GateEngine / ResultParser / EvidenceValidator / DecisionRubric / MemoryWriter / next_plan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科学声称闭环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3756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048256" y="3547872"/>
            <a:ext cx="219456" cy="146304"/>
          </a:xfrm>
          <a:prstGeom prst="rightArrow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04288" y="333756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Claim 草案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895344" y="3547872"/>
            <a:ext cx="219456" cy="146304"/>
          </a:xfrm>
          <a:prstGeom prst="rightArrow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51376" y="333756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ClaimGate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742432" y="3547872"/>
            <a:ext cx="219456" cy="146304"/>
          </a:xfrm>
          <a:prstGeom prst="rightArrow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98464" y="333756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SUPPORTED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589520" y="3547872"/>
            <a:ext cx="219456" cy="146304"/>
          </a:xfrm>
          <a:prstGeom prst="rightArrow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45552" y="333756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INCONCLUSIVE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36608" y="3547872"/>
            <a:ext cx="219456" cy="146304"/>
          </a:xfrm>
          <a:prstGeom prst="rightArrow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92640" y="3337560"/>
            <a:ext cx="1554480" cy="566928"/>
          </a:xfrm>
          <a:prstGeom prst="roundRect">
            <a:avLst>
              <a:gd name="adj" fmla="val 12000"/>
            </a:avLst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BLOCKED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源码：core/claim_gate.py  ·  确定性规则服务，不是 Agent，不覆盖 Reviewer 的 KEEP / DISCARD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572000"/>
            <a:ext cx="11247120" cy="17830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709160"/>
            <a:ext cx="10881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Architecture-to-Code Audit：PASS（checklist 9/9）。权威文本：docs/ARCHITECTURE_TO_CODE_AUDIT.md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KEEP / DISCARD ≠ SUPPORTED / INCONCLUSIVE / BLOCKED；scientific_outcome 是只读投影，不是第二条声称状态机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人管制度，Manager 管过程；确定性问题交给系统，模糊科研判断才交给未来的 LLM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656832"/>
            <a:ext cx="9692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Scientist Lab MVP 答辩  ·  不升级声称  ·  非 SOTA  ·  整理自 设计架构.md / MVP_FREEZE.md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5A6E"/>
                </a:solidFill>
                <a:latin typeface="Microsoft YaHei"/>
                <a:ea typeface="Microsoft YaHei"/>
                <a:cs typeface="Microsoft YaHei"/>
              </a:rPr>
              <a:t>行为证据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M1–M4 证明的是可审计的自主实验行为，不是模型变强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15875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5577840" cy="21488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99616"/>
            <a:ext cx="384048" cy="292608"/>
          </a:xfrm>
          <a:prstGeom prst="roundRect">
            <a:avLst>
              <a:gd name="adj" fmla="val 50000"/>
            </a:avLst>
          </a:prstGeom>
          <a:solidFill>
            <a:srgbClr val="1F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81328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Gate 先于点火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84248"/>
            <a:ext cx="512064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未批准的计划不能执行。fingerprint 变了会 BLOCK。REAL 必须 --execute；doctor 未就绪不得伪造 metrics。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98448"/>
            <a:ext cx="5577840" cy="21488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1499616"/>
            <a:ext cx="384048" cy="292608"/>
          </a:xfrm>
          <a:prstGeom prst="roundRect">
            <a:avLst>
              <a:gd name="adj" fmla="val 50000"/>
            </a:avLst>
          </a:prstGeom>
          <a:solidFill>
            <a:srgbClr val="1F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481328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VALID 才进入判断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84248"/>
            <a:ext cx="512064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INVALID / FAILED 是工程或协议错误。科研负结果仍可 DISCARD，并可被下一轮引用。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30168"/>
            <a:ext cx="5577840" cy="21488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831336"/>
            <a:ext cx="384048" cy="292608"/>
          </a:xfrm>
          <a:prstGeom prst="roundRect">
            <a:avLst>
              <a:gd name="adj" fmla="val 50000"/>
            </a:avLst>
          </a:prstGeom>
          <a:solidFill>
            <a:srgbClr val="1F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813048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Memory → Next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15968"/>
            <a:ext cx="512064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Round≥1 必须引用已写入的 lesson / strategy。空引用或假引用会被 Gate 拒绝。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30168"/>
            <a:ext cx="5577840" cy="21488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3831336"/>
            <a:ext cx="384048" cy="292608"/>
          </a:xfrm>
          <a:prstGeom prst="roundRect">
            <a:avLst>
              <a:gd name="adj" fmla="val 50000"/>
            </a:avLst>
          </a:prstGeom>
          <a:solidFill>
            <a:srgbClr val="1F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813048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Git 与决策绑定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15968"/>
            <a:ext cx="512064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KEEP 才更新 best_sha；DISCARD 切回 best，禁止 reset --hard。无 VALID 不 apply。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656832"/>
            <a:ext cx="9692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Scientist Lab MVP 答辩  ·  不升级声称  ·  非 SOTA  ·  行为证据在测试与 .run 产物；676 tests 不是正文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5A6E"/>
                </a:solidFill>
                <a:latin typeface="Microsoft YaHei"/>
                <a:ea typeface="Microsoft YaHei"/>
                <a:cs typeface="Microsoft YaHei"/>
              </a:rPr>
              <a:t>声称纪律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ClaimGate 让系统先判断「能不能说」，而不是先写结论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15875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77840" cy="1444752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KEEP ≠ SUPPORTED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51206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Reviewer 决定保留工作树，不决定科学声称。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577840" cy="1444752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44752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DISCARD ≠ 模块无效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47088"/>
            <a:ext cx="51206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负结果可引用、可改向，不能写成「融合没用」。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80360"/>
            <a:ext cx="5577840" cy="1444752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44952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probe ≠ formal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47288"/>
            <a:ext cx="51206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16/8 fast_eval 禁止当 C1。probe 协议 allow_scientific_claims=false。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80360"/>
            <a:ext cx="5577840" cy="1444752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044952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mAP ≠ 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47288"/>
            <a:ext cx="51206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声称 small-object 但证据只有 mAP → BLOCKED。不得从 mAP 发明 APS。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80560"/>
            <a:ext cx="5577840" cy="1444752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5152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单臂 → BLOCKED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47488"/>
            <a:ext cx="51206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只有 baseline_metrics、无配对 Frozen Fingerprint 时，C1 必须挡住。这是正确行为。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480560"/>
            <a:ext cx="5577840" cy="1444752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645152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配对才可能 C1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047488"/>
            <a:ext cx="51206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CLI：claim-gate --baseline-run-dir。同一 fingerprint 上的 formal 对照。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656832"/>
            <a:ext cx="9692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Scientist Lab MVP 答辩  ·  不升级声称  ·  非 SOTA  ·  core/claim_gate.py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5A6E"/>
                </a:solidFill>
                <a:latin typeface="Microsoft YaHei"/>
                <a:ea typeface="Microsoft YaHei"/>
                <a:cs typeface="Microsoft YaHei"/>
              </a:rPr>
              <a:t>已接受事实  ·  数字不得改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Formal C1 只证明：同一 fingerprint 下，staging 对照可被 C1 声称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15875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00400"/>
                <a:gridCol w="3017520"/>
                <a:gridCol w="2834640"/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臂</a:t>
                      </a:r>
                    </a:p>
                  </a:txBody>
                  <a:tcPr>
                    <a:solidFill>
                      <a:srgbClr val="0F2D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HOW</a:t>
                      </a:r>
                    </a:p>
                  </a:txBody>
                  <a:tcPr>
                    <a:solidFill>
                      <a:srgbClr val="0F2D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APS（四位口径）</a:t>
                      </a:r>
                    </a:p>
                  </a:txBody>
                  <a:tcPr>
                    <a:solidFill>
                      <a:srgbClr val="0F2D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>
                    <a:solidFill>
                      <a:srgbClr val="0F2D3E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Formal-01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rgb +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matched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Formal-02 candidate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rgbt + early_concat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0.0326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C1 对照臂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配对 ClaimGate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 Frozen Fingerprint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6B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C1 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--baseline-run-dir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94760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handle 内 raw：APS=0.016313298031160568 / 0.03256971555632778（AP_small 同值）。fingerprint_id=FP-RGBT-DFINE-FORMAL-C1-V1；HOW 只进 notes，不进哈希。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80560"/>
            <a:ext cx="11247120" cy="1874519"/>
          </a:xfrm>
          <a:prstGeom prst="roundRect">
            <a:avLst>
              <a:gd name="adj" fmla="val 6000"/>
            </a:avLst>
          </a:prstGeom>
          <a:solidFill>
            <a:srgbClr val="F7F1E4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617720"/>
            <a:ext cx="10789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6C34"/>
                </a:solidFill>
                <a:latin typeface="Microsoft YaHei"/>
                <a:ea typeface="Microsoft YaHei"/>
                <a:cs typeface="Microsoft YaHei"/>
              </a:rPr>
              <a:t>必须同时说出口的限制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83480"/>
            <a:ext cx="107899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160×160 / 2 epoch 是 staging / Formal-C1，不是 640/20ep 论文协议。early_concat 是仓库已有 staging 混合，不是 FDPN，不得升 C2。Manager 单臂 claim_gate.json = BLOCKED，正确。scientific_outcome=INCONCLUSIVE 与 ClaimGate SUPPORTED 可并存。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56832"/>
            <a:ext cx="9692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Scientist Lab MVP 答辩  ·  不升级声称  ·  非 SOTA  ·  整理自 MVP_FREEZE.md；.run/ 不进 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5A6E"/>
                </a:solidFill>
                <a:latin typeface="Microsoft YaHei"/>
                <a:ea typeface="Microsoft YaHei"/>
                <a:cs typeface="Microsoft YaHei"/>
              </a:rPr>
              <a:t>声称边界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这组数字允许说 C1，不允许说更好、SOTA 或 FDPN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15875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5074920"/>
          </a:xfrm>
          <a:prstGeom prst="roundRect">
            <a:avLst>
              <a:gd name="adj" fmla="val 6000"/>
            </a:avLst>
          </a:prstGeom>
          <a:solidFill>
            <a:srgbClr val="E7F0EA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5074920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E6B4F"/>
                </a:solidFill>
                <a:latin typeface="Microsoft YaHei"/>
                <a:ea typeface="Microsoft YaHei"/>
                <a:cs typeface="Microsoft YaHei"/>
              </a:rPr>
              <a:t>能说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8B3A3A"/>
                </a:solidFill>
                <a:latin typeface="Microsoft YaHei"/>
                <a:ea typeface="Microsoft YaHei"/>
                <a:cs typeface="Microsoft YaHei"/>
              </a:rPr>
              <a:t>不能说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在同一 Frozen Fingerprint 上，formal candidate 的 APS 高于 matched baseline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配对 ClaimGate 将 C1 判为 SUPPORTED，且 KEEP 未决定该声称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系统能自主完成 Gate→Run→Evidence→Memory→Next Plan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系统能在证据不足时 BLOCKED / INCONCLUSIVE，而不是编造指标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产品是更好的检测器，或我们刷到了 SOTA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early_concat = FDPN，或已经证明融合模块有效（那是 C2）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这是 640/20ep 论文协议结果；probe 的 16/8 也算 C1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单臂 BLOCKED 是 C1 失败；INCONCLUSIVE 投影否定了 ClaimGate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656832"/>
            <a:ext cx="9692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Scientist Lab MVP 答辩  ·  不升级声称  ·  非 SOTA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5A6E"/>
                </a:solidFill>
                <a:latin typeface="Microsoft YaHei"/>
                <a:ea typeface="Microsoft YaHei"/>
                <a:cs typeface="Microsoft YaHe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现场 Demo 走真实命令，不现场发明指标，不重跑 Formal GPU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15875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1  核对身份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25146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git rev-parse mvp-freeze-m1-m4-claimgate-c1^{}
期望 SHA 130b02cf…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280160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4173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2  dry-run 状态机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057400"/>
            <a:ext cx="25146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manager-run 默认不点火。看 Gate→编排，不写伪造 metrics。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280160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4173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3  打开已有 C1 产物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057400"/>
            <a:ext cx="25146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.run/formal_c1_aps_early_concat/（gitignore，本机才有）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0576" y="1280160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7736" y="14173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4  重放 ClaimGate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7736" y="2057400"/>
            <a:ext cx="25146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claim-gate --baseline-run-dir … 无 GPU。对比单臂 BLOCKED。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11247120" cy="2423160"/>
          </a:xfrm>
          <a:prstGeom prst="roundRect">
            <a:avLst>
              <a:gd name="adj" fmla="val 6000"/>
            </a:avLst>
          </a:prstGeom>
          <a:solidFill>
            <a:srgbClr val="F7F1E4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69080"/>
            <a:ext cx="10789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6C34"/>
                </a:solidFill>
                <a:latin typeface="Microsoft YaHei"/>
                <a:ea typeface="Microsoft YaHei"/>
                <a:cs typeface="Microsoft YaHei"/>
              </a:rPr>
              <a:t>命令红线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107899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REAL 必须加 --execute；可加 --require-live-ready，doctor 为 false 时拒绝 GPU 且不得伪造 metrics。
probe ≠ formal：probe 协议禁止科学声称；Formal C1 已跑完，答辩不要现场重跑 GPU。
完整逐步命令见 docs/defense/DEMO_SCRIPT.md。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656832"/>
            <a:ext cx="9692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Scientist Lab MVP 答辩  ·  不升级声称  ·  非 SOTA  ·  DEMO_SCRIPT.md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5A6E"/>
                </a:solidFill>
                <a:latin typeface="Microsoft YaHei"/>
                <a:ea typeface="Microsoft YaHei"/>
                <a:cs typeface="Microsoft YaHei"/>
              </a:rPr>
              <a:t>人 + GPT 现在在哪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下一代才把 Planner / Reviewer 经 LLM API 搬进系统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15875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1463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1F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现在（本 MVP）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463040"/>
            <a:ext cx="8275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Planner / Reviewer 是规则优先实现。科研假设、协议与声称草案由人 + GPT 在系统外协作产生。系统负责 Gate、执行、证据、记忆与声称守门。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80360"/>
            <a:ext cx="11247120" cy="1463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308152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063240"/>
            <a:ext cx="8275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把 Planner / Reviewer 接到 LLM API：开放式科研判断进系统，但仍走同一套 Protocol、Fingerprint、Gate、ClaimGate。LLM 不覆盖确定性守门。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80560"/>
            <a:ext cx="11247120" cy="1463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468172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不这样做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4663440"/>
            <a:ext cx="8275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不把 LLM 当成可以改 APS、跳过 Gate、或把 KEEP 写成 SUPPORTED 的法官。不把 v2.5 / Web / dataset 战役讲成已交付 MVP。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656832"/>
            <a:ext cx="9692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Scientist Lab MVP 答辩  ·  不升级声称  ·  非 SOTA  ·  整理自 设计架构.md：确定性问题交给系统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5A6E"/>
                </a:solidFill>
                <a:latin typeface="Microsoft YaHei"/>
                <a:ea typeface="Microsoft YaHei"/>
                <a:cs typeface="Microsoft YaHei"/>
              </a:rPr>
              <a:t>能力边界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2D3E"/>
                </a:solidFill>
                <a:latin typeface="Microsoft YaHei"/>
                <a:ea typeface="Microsoft YaHei"/>
                <a:cs typeface="Microsoft YaHei"/>
              </a:rPr>
              <a:t>未进入 MVP 的，现场不要讲成已交付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15875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2176272" cy="1078992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81912"/>
            <a:ext cx="195681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  <a:ea typeface="Microsoft YaHei"/>
                <a:cs typeface="Microsoft YaHei"/>
              </a:rPr>
              <a:t>新 GPU probe / formal 重跑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1488" y="1325880"/>
            <a:ext cx="2176272" cy="1078992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581912"/>
            <a:ext cx="195681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  <a:ea typeface="Microsoft YaHei"/>
                <a:cs typeface="Microsoft YaHei"/>
              </a:rPr>
              <a:t>trajectory_step / 训练飞轮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1325880"/>
            <a:ext cx="2176272" cy="1078992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4" y="1581912"/>
            <a:ext cx="195681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  <a:ea typeface="Microsoft YaHei"/>
                <a:cs typeface="Microsoft YaHei"/>
              </a:rPr>
              <a:t>preference / SFT / DPO / 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0064" y="1325880"/>
            <a:ext cx="2176272" cy="1078992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1581912"/>
            <a:ext cx="195681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  <a:ea typeface="Microsoft YaHei"/>
                <a:cs typeface="Microsoft YaHei"/>
              </a:rPr>
              <a:t>Bounded Tree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74352" y="1325880"/>
            <a:ext cx="2176272" cy="1078992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581912"/>
            <a:ext cx="195681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  <a:ea typeface="Microsoft YaHei"/>
                <a:cs typeface="Microsoft YaHei"/>
              </a:rPr>
              <a:t>LLM Planner / Reviewer（API）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60320"/>
            <a:ext cx="2176272" cy="1078992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816352"/>
            <a:ext cx="195681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  <a:ea typeface="Microsoft YaHei"/>
                <a:cs typeface="Microsoft YaHei"/>
              </a:rPr>
              <a:t>FDPN C2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61488" y="2560320"/>
            <a:ext cx="2176272" cy="1078992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216" y="2816352"/>
            <a:ext cx="195681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  <a:ea typeface="Microsoft YaHei"/>
                <a:cs typeface="Microsoft YaHei"/>
              </a:rPr>
              <a:t>论文级 SOTA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2176272" cy="1078992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5504" y="2816352"/>
            <a:ext cx="195681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  <a:ea typeface="Microsoft YaHei"/>
                <a:cs typeface="Microsoft YaHei"/>
              </a:rPr>
              <a:t>Web 产品化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70064" y="2560320"/>
            <a:ext cx="2176272" cy="1078992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9792" y="2816352"/>
            <a:ext cx="195681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  <a:ea typeface="Microsoft YaHei"/>
                <a:cs typeface="Microsoft YaHei"/>
              </a:rPr>
              <a:t>v2.5 GATE 战役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74352" y="2560320"/>
            <a:ext cx="2176272" cy="1078992"/>
          </a:xfrm>
          <a:prstGeom prst="roundRect">
            <a:avLst>
              <a:gd name="adj" fmla="val 6000"/>
            </a:avLst>
          </a:prstGeom>
          <a:solidFill>
            <a:srgbClr val="F6EBEB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2816352"/>
            <a:ext cx="195681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  <a:ea typeface="Microsoft YaHei"/>
                <a:cs typeface="Microsoft YaHei"/>
              </a:rPr>
              <a:t>dataset 注册战役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77639"/>
            <a:ext cx="11247120" cy="23774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14800"/>
            <a:ext cx="10881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当前工作树里的 v2.5 脏文件是 post-MVP worktree state，开发线 feat/post-mvp-v25，不得回灌 freeze tag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不要 git tag -f，不要 amend freeze commit，不要把 .run / datasets / web / llm 打进该 tag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保护分支 freeze/mvp-m1-m4-claimgate-c1 与 tag 同 SHA；后续开发从冻结点之后继续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656832"/>
            <a:ext cx="9692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Scientist Lab MVP 答辩  ·  不升级声称  ·  非 SOTA  ·  MVP_FREEZE.md / MVP_RELEASE_NOTES.md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A6872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789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A8C4D0"/>
                </a:solidFill>
                <a:latin typeface="Microsoft YaHei"/>
                <a:ea typeface="Microsoft YaHei"/>
                <a:cs typeface="Microsoft YaHei"/>
              </a:rPr>
              <a:t>带走三句话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789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交付的是可控自主实验系统。
它能迭代，也能限制自己说到哪一步。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D7E4EA"/>
                </a:solidFill>
                <a:latin typeface="Microsoft YaHei"/>
                <a:ea typeface="Microsoft YaHei"/>
                <a:cs typeface="Microsoft YaHei"/>
              </a:rPr>
              <a:t>·  行为闭环已冻结：Gate → Run → Evidence → Rubric → Memory → Next Plan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D7E4EA"/>
                </a:solidFill>
                <a:latin typeface="Microsoft YaHei"/>
                <a:ea typeface="Microsoft YaHei"/>
                <a:cs typeface="Microsoft YaHei"/>
              </a:rPr>
              <a:t>·  声称闭环已冻结：ClaimGate；KEEP ≠ Claim；C1 仅在配对 fingerprint 上 SUPPORTED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D7E4EA"/>
                </a:solidFill>
                <a:latin typeface="Microsoft YaHei"/>
                <a:ea typeface="Microsoft YaHei"/>
                <a:cs typeface="Microsoft YaHei"/>
              </a:rPr>
              <a:t>·  口径：baseline APS=0.0163，early_concat APS=0.0326；160×160/2ep staging，不是论文协议，不是 FDPN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789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FB0BC"/>
                </a:solidFill>
                <a:latin typeface="Microsoft YaHei"/>
                <a:ea typeface="Microsoft YaHei"/>
                <a:cs typeface="Microsoft YaHei"/>
              </a:rPr>
              <a:t>tag  mvp-freeze-m1-m4-claimgate-c1
SHA  130b02cfbb5521829e959d10b99d17fd5fff28ab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